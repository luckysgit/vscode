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F6BBA1-355C-41F1-91E7-BD205A7548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71889-D028-4E2C-95AD-3413234098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26F099A-C697-4C27-9ABC-FDD93B6719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6F72CEB-D4E3-4E07-A429-57D70BE76C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8C8536E-D587-4853-8307-11AE8D4D2A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7FFD3CD-8BF9-4CA9-A863-6891D0F3EE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51C640B-CB99-4D17-8C74-FF0DA5043F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A7C7782-A936-40F6-871C-767277CEA7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D1FDDF4-39E6-4140-A116-03B3EB9E16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87CC063-ACF4-4D0B-B559-12E1887F88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79715B9-B829-4CB6-8D23-89471DD1D3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8420C6-64D4-40C0-B539-B3A28B110D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346EA3-1495-405A-BD99-CC1A887D833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091E38-2F21-4769-B44B-F3CB3F64C6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7DE5A8-8F60-419E-9C12-FD993B1CBF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551632-BD90-4EDD-B0CD-8470C85584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EEFBE7-B6F8-4DE9-BE70-07D1463149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C4986C-1C69-4763-BD46-B2E5840D0E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6EBCE3-E69A-4E12-8BF3-30995ED35B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416FB8-198B-4349-9362-E56E97AA8E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BB6E8A-2D01-4583-80A5-6D1178A12A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5DA8D9-BCEE-4EF9-B66D-D31F7A4606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1097280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Neo4j Community Edition GenAI &amp; Agentic GraphRAG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3636720" y="411480"/>
            <a:ext cx="71074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822960" y="1325880"/>
            <a:ext cx="10606680" cy="12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GenAI • Embeddings • RAG • Agentic AI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Knowledge Graph + Vector Retrieval + LLM Tool Calling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Future direction: Self-Correcting Agentic GraphRAG System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1. Objective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822960" y="1325880"/>
            <a:ext cx="1060668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Explore GenAI, embeddings, RAG and Agentic AI using Neo4j Community Edition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Use Neo4j as both a knowledge graph and vector retrieval layer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Understand LLM-based retrieval and tool execution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Evaluate LLM latency as an engineering input for agentic workflows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2. Why Neo4j + GenAI?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067280" y="411480"/>
            <a:ext cx="4117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1325880"/>
            <a:ext cx="10606680" cy="21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LLMs can generate answers but may lack internal or company-specific knowledge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Vector Search finds information by semantic similarity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Knowledge Graph captures entities and relationships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Neo4j provides both retrieval capabilities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Together they provide a foundation for GraphRAG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3. What the Notebook Implements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2973240" y="411480"/>
            <a:ext cx="6306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822960" y="1325880"/>
            <a:ext cx="1060668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Document knowledge graph in Neo4j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Embeddings using all-MiniLM-L6-v2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384-dimensional vectors stored in Neo4j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Neo4j vector index for semantic search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Cypher-based graph traversal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LLM tool calling and agent-based tool selection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Fallback from graph search to vector search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4. Agentic AI: Tool Calling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3802320" y="411480"/>
            <a:ext cx="4647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822960" y="1325880"/>
            <a:ext cx="10606680" cy="21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vector_index_search → semantic retrieval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graph_cypher_traversal → structured graph retrieval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python_calculator → numerical processing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LLM selects the required tool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Tool result is returned to the LLM for final synthesis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5. Agent Execution Flow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3932640" y="411480"/>
            <a:ext cx="4387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822960" y="1325880"/>
            <a:ext cx="1060668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User Query → LLM / Agent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Select Tool → Execute Tool → Receive Result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Evaluate Result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chemeClr val="dk1"/>
                </a:solidFill>
                <a:latin typeface="Calibri"/>
              </a:rPr>
              <a:t>Generate Final Answer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6. Self-Correction / Fallback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3620880" y="411480"/>
            <a:ext cx="5010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822960" y="1325880"/>
            <a:ext cx="1060668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 single retrieval method may not always return useful information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Graph Search → No Useful Match → Vector Search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Future: query rewriting and alternative Cypher queries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Future: result evaluation, answer verification and confidence scoring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7. Why Compare LLMs?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016520" y="411480"/>
            <a:ext cx="4219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822960" y="1325880"/>
            <a:ext cx="10606680" cy="21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Agentic workflows may require multiple LLM + tool calls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Each call contributes to total execution time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Latency comparison supports model selection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Important factors: latency, capability, reliability, token usage and cost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Provides an engineering decision input for future agentic workflows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8. Technical Value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469760" y="411480"/>
            <a:ext cx="331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822960" y="1325880"/>
            <a:ext cx="10606680" cy="21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Combines semantic search with graph relationships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Reduces repetitive technical information searching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Provides reusable tools for AI agents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Foundation for GraphRAG and multi-step workflows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Can be extended to larger organizational knowledge graphs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9. Business Value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4520160" y="411480"/>
            <a:ext cx="3212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822960" y="1325880"/>
            <a:ext cx="10606680" cy="21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Natural-language access to internal knowledge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Less time spent searching multiple information sources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Faster access to technical and operational information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Potential for faster troubleshooting and knowledge sharing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More time for analysis and decision-making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10. System Architecture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3936240" y="411480"/>
            <a:ext cx="4379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1051920" y="2652840"/>
            <a:ext cx="10606680" cy="15688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User Question → LLM / Agent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Vector Search    ↓ Graph Search     Calculator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Retrieved Context → LLM Synthesis → Final Answer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Neo4j provides the graph + vector retrieval 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11. Agentic AI Maturity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3992040" y="411480"/>
            <a:ext cx="4268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822960" y="1325880"/>
            <a:ext cx="10606680" cy="15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Level 1 — Tool-Calling Agent: selects and executes available tools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Level 2 — Stateful &amp; Self-Reflecting Agent: evaluates results and changes retrieval strategy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Level 3 — Multi-Agent Orchestration: specialized Cypher, RAG and Critic agents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12. Future Direction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4284000" y="411480"/>
            <a:ext cx="3684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822960" y="1325880"/>
            <a:ext cx="10606680" cy="25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Self-Correcting Agentic GraphRAG System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Understand → Retrieve → Evaluate → Correct → Retrieve Again → Answer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LLM + Neo4j Knowledge Graph + Embeddings + Vector Search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+ Graph Traversal + Tool Calling + Self-Correction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13. Takeaway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4857480" y="411480"/>
            <a:ext cx="2537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822960" y="1325880"/>
            <a:ext cx="10606680" cy="21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Neo4j can act as both knowledge graph and vector retrieval backend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LLM tool calling enables agentic interaction with Neo4j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Graph + Vector retrieval provides a foundation for GraphRAG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LLM latency comparison supports model-selection decisions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Next direction: Self-Correcting Agentic GraphRAG System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2026-08-12T09:20:45Z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
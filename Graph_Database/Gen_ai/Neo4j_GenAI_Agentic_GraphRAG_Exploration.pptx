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623520-96DE-4AD8-83FB-60E9B1275F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81CBE0B-1FF5-46C1-AFB4-6E6296BFC0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788B5A6-3CEA-42C2-BE28-3B32F6787A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07B9A72-2FE1-45D8-BC96-14922652E7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2BBAD9A-557D-4BEC-836A-93AFC6A4B4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770C4D1-67A1-4003-B9D5-EC49241BAE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29DFF03-3DB7-4CC6-B50C-CF754F6D41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2EA6437-73C3-40B4-A4B6-8AE98D3C99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E75ED86-E2A4-4CC7-89A9-5132156A08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BD28C1C-AB33-46E1-B1C2-90E6B39895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7507670-0C9E-45E8-8AEC-6B7D3838DD3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0E9BEE-7DDB-4190-A40B-4B8CC93CAE7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E644A9-E239-468F-A895-07C75B3752B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8794586-0905-4C86-829E-4BAC932A363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7DEBF7-DFDA-4678-AA59-3BB35ACCDB0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C6FF83-4463-4E6E-A94A-79FCC2D1B08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903B84-44F0-4082-9BCF-593C1D12ACE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A20308-7E5F-4A89-B5E2-C5AC482FA4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DE2D5B-B7A2-46CA-A353-6A7F526B6A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5A19B04-FE7E-41CD-B5C9-EF776C8F15C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5D4F19-0FBB-4A8E-8B95-12AD576D318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9F8FFE-C5E4-4E6A-9BF8-B373A2A0E69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1097280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Neo4j Community Edition GenAI &amp; Agentic GraphRAG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3636720" y="411480"/>
            <a:ext cx="71074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822960" y="1325880"/>
            <a:ext cx="10606680" cy="12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GenAI • Embeddings • RAG • Agentic AI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Knowledge Graph + Vector Retrieval + LLM Tool Calling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Future direction: Self-Correcting Agentic GraphRAG System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1. Objective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indent="0" algn="ctr" defTabSz="457200">
              <a:lnSpc>
                <a:spcPct val="100000"/>
              </a:lnSpc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  <a:p>
            <a:pPr indent="0" algn="ctr" defTabSz="457200">
              <a:lnSpc>
                <a:spcPct val="100000"/>
              </a:lnSpc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822960" y="1325880"/>
            <a:ext cx="10606680" cy="16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Explore GenAI, embeddings, RAG and Agentic AI using Neo4j Community Edition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Use Neo4j as both a knowledge graph and vector retrieval layer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Understand LLM-based retrieval and tool execution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Evaluate LLM latency as an engineering input for agentic workflows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2. Why Neo4j + GenAI?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4067280" y="411480"/>
            <a:ext cx="41176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822960" y="1325880"/>
            <a:ext cx="1060668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LLMs can generate answers but may lack internal or company-specific knowledge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Vector Search finds information by semantic similarity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Knowledge Graph captures entities and relationships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Neo4j provides both retrieval capabilities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Together they provide a foundation for GraphRAG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3. What the Notebook Implements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2973240" y="411480"/>
            <a:ext cx="63061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822960" y="1325880"/>
            <a:ext cx="10606680" cy="26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Document knowledge graph in Neo4j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Embeddings using all-MiniLM-L6-v2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384-dimensional vectors stored in Neo4j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Neo4j vector index for semantic search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Cypher-based graph traversal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LLM tool calling and agent-based tool selection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Fallback from graph search to vector search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4. Agentic AI: Tool Calling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3802320" y="411480"/>
            <a:ext cx="46479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822960" y="1325880"/>
            <a:ext cx="1060668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vector_index_search → semantic retrieval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graph_cypher_traversal → structured graph retrieval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python_calculator → numerical processing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LLM selects the required tool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Tool result is returned to the LLM for final synthesis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5. Agent Execution Flow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TextBox 2"/>
          <p:cNvSpPr/>
          <p:nvPr/>
        </p:nvSpPr>
        <p:spPr>
          <a:xfrm>
            <a:off x="3932640" y="411480"/>
            <a:ext cx="43873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822960" y="1325880"/>
            <a:ext cx="10606680" cy="26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User Query → LLM / Agent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Select Tool → Execute Tool → Receive Result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Evaluate Result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↓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Generate Final Answer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6. Self-Correction / Fallback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3620880" y="411480"/>
            <a:ext cx="50104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822960" y="1325880"/>
            <a:ext cx="10606680" cy="16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A single retrieval method may not always return useful information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Graph Search → No Useful Match → Vector Search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Future: query rewriting and alternative Cypher queries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Future: result evaluation, answer verification and confidence scoring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7. Why Compare LLMs?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4016520" y="411480"/>
            <a:ext cx="42195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822960" y="1325880"/>
            <a:ext cx="1060668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Agentic workflows may require multiple LLM + tool calls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Each call contributes to total execution time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Latency comparison supports model selection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Important factors: latency, capability, reliability, token usage and cost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Provides an engineering decision input for future agentic workflows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8. Technical Value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4469760" y="411480"/>
            <a:ext cx="33130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822960" y="1325880"/>
            <a:ext cx="1060668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Combines semantic search with graph relationships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Reduces repetitive technical information searching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Provides reusable tools for AI agents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Foundation for GraphRAG and multi-step workflows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Can be extended to larger organizational knowledge graphs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9. Business Value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4520160" y="411480"/>
            <a:ext cx="3212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822960" y="1325880"/>
            <a:ext cx="1060668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Natural-language access to internal knowledge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Less time spent searching multiple information sources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Faster access to technical and operational information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Potential for faster troubleshooting and knowledge sharing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More time for analysis and decision-making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10. System Architecture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3936240" y="411480"/>
            <a:ext cx="43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1051920" y="2652840"/>
            <a:ext cx="10606680" cy="15688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User Question → LLM / Agent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Vector Search    ↓ Graph Search     Calculator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Retrieved Context → LLM Synthesis → Final Answer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Neo4j provides the graph + vector retrieval layer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11. Agentic AI Maturity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3992040" y="411480"/>
            <a:ext cx="4268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822960" y="1325880"/>
            <a:ext cx="10606680" cy="156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Level 1 — Tool-Calling Agent: selects and executes available tools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Level 2 — Stateful &amp; Self-Reflecting Agent: evaluates results and changes retrieval strategy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Level 3 — Multi-Agent Orchestration: specialized Cypher, RAG and Critic agents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12. Future Direction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2" name="TextBox 2"/>
          <p:cNvSpPr/>
          <p:nvPr/>
        </p:nvSpPr>
        <p:spPr>
          <a:xfrm>
            <a:off x="4284000" y="411480"/>
            <a:ext cx="36846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3"/>
          <p:cNvSpPr/>
          <p:nvPr/>
        </p:nvSpPr>
        <p:spPr>
          <a:xfrm>
            <a:off x="822960" y="1325880"/>
            <a:ext cx="10606680" cy="25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Self-Correcting Agentic GraphRAG System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Understand → Retrieve → Evaluate → Correct → Retrieve Again → Answer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LLM + Neo4j Knowledge Graph + Embeddings + Vector Search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+ Graph Traversal + Tool Calling + Self-Correction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chemeClr val="dk1"/>
                </a:solidFill>
                <a:latin typeface="Calibri"/>
              </a:rPr>
              <a:t>13. Takeaway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TextBox 2"/>
          <p:cNvSpPr/>
          <p:nvPr/>
        </p:nvSpPr>
        <p:spPr>
          <a:xfrm>
            <a:off x="4857480" y="411480"/>
            <a:ext cx="2537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822960" y="1325880"/>
            <a:ext cx="1060668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Neo4j can act as both knowledge graph and vector retrieval backend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LLM tool calling enables agentic interaction with Neo4j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Graph + Vector retrieval provides a foundation for GraphRAG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LLM latency comparison supports model-selection decisions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Next direction: Self-Correcting Agentic GraphRAG System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2026-08-13T21:30:40Z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